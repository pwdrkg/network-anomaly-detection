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briefing. Plain-language summary of what we built, the results that matter, the value, and the path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in business terms: volume, concealment, and the rising cost of delay. Set up the need for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plain-language pillars: learns from real data, flags in real time, and is explainable. Avoid jargon.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metrics: 97% recall = catches 97 of every 100 attacks. Keep it concrete and non-technical.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value levers tied to KPIs from the problem framing: MTTD down, analyst hours down, missed breaches down, positive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ROI slide with real figures. Detection speed is the biggest cost lever — exactly what this system improves — so the running cost is repaid after only a few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Elevates the case to national scale: $16.6B in reported losses, ransomware as the top threat to critical infrastructure, and the compounding national benefit of faster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Balances 'where it improves' (vs manual review) with honest scope limits — reinforces the informational, non-overselling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executives: blind spots are known and managed. Highlight the Fuzzers fix (82%-&gt;94%) and honest reporting as a trust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phases. Emphasise that phase 1 is done and the foundation for the rest exists. Low-risk, staged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Informational summary of the four headline findings — feasibility, explainability, efficiency, and honest limitations. No ask; this is a 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Informational close: summarise the value and the honest framing. No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00584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146304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2194560"/>
            <a:ext cx="201168" cy="201168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2834640"/>
            <a:ext cx="128016" cy="12801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3474720"/>
            <a:ext cx="201168" cy="201168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448056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0" y="512064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57784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8752" y="1078992"/>
            <a:ext cx="822960" cy="45720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1536192"/>
            <a:ext cx="-1005840" cy="73152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5872" y="2267712"/>
            <a:ext cx="1188720" cy="64008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4592" y="2907792"/>
            <a:ext cx="-731520" cy="64008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63072" y="3547872"/>
            <a:ext cx="457200" cy="100584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20272" y="4553712"/>
            <a:ext cx="-731520" cy="64008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88752" y="5193792"/>
            <a:ext cx="1005840" cy="45720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0574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AI-Powered Network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Threat Detection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cyber-attacks automatically — so analysts focus on the threats that matter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4572000"/>
            <a:ext cx="292608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results  •  Business value  •  Path to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Attacks hide in plain sight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networks generate millions of connections a day. Security teams cannot inspect them by hand, so malicious activity blends into normal traffic — and the longer it goes unseen, the more it costs.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456432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328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daily connections, far beyond manual review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4416552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88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look like ordinary traffic until it is too late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5376672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2486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delay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undetected raises breach impact and clean-up cost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146304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0E1E3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208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3317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 many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connections.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 few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analysts.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5029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first line of defence is the only way to keep up.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model that flags suspicious traffic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and validated a machine-learning system that reviews every connection and flags likely attacks for analysts — turning an impossible manual task into a ranked shortlist.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real data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348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recognised cyber-security benchmark of 250,000+ labelled connections spanning nine attack types.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788920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threats in real time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4348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connection instantly and surfaces the ones most likely to be malicious.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24688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278892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4348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can be traced to the factors behind it — no unexplained black box.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catches attacks it has never seen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82,000 connections the model had never seen before: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97%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attacks detected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the share of real attacks the system catches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1488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2628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C7C9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99%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023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— how well it prioritises true threats 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21488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Errors</a:t>
            </a:r>
            <a:endParaRPr lang="en-US" sz="3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skew safe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costly misses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023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mistakes are false alarms, not missed attacks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5F9"/>
          </a:solidFill>
          <a:ln w="12700">
            <a:solidFill>
              <a:srgbClr val="00A9CE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5257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523036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every 100 real attacks, the system flags about 97 — while keeping missed attacks to a minimum. It is a dependable first filter that lets analysts focus their time.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means for the organisation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423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surface in seconds, not after hours of manual review — shrinking the window attackers have to operate.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901952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wasted effort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23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stop combing through noise and work a ranked shortlist, reclaiming hours every week.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18795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61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breaches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709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~97% of attacks lowers the odds of a costly, undetected incident.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0760" y="38404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187952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4261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ROI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709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breaches prevented and analyst hours saved, minus a modest running cost.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CASE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Faster detection pays for itself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 is measured in millions — and the speed of detection is the single biggest lever on that cost.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$4.44M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single data breach (2025)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20574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8056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7C9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$1.9M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154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incident with security automation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55280" y="20574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8388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~80 days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154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containment with automation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0E1E3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pays back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its core job is to shrink the time to detect an intrusion — the biggest driver of breach cost — the system repays its running cost after only a handful of prevented or faster-contained incidents, while every analyst hour reclaimed from false alarms compounds the return.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&amp; Ponemon Institute, Cost of a Data Breach Report 2025.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IMPERATIVE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stakes reach beyond one organisation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64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$16.6B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U.S. cyber-crime losses reported to the FBI in 2024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+33%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8039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a single year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is the most pervasive threat to critical infrastructure.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0E1E3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national dividend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2377440"/>
            <a:ext cx="128016" cy="12801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what matters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5968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hospitals, utilities, and government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24612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compound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465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per-incident gains, multiplied across the economy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4114800"/>
            <a:ext cx="128016" cy="12801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resilience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 strengthens national cyber-defence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98348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Eases the shortage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5202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relieves a chronically understaffed analyst workforce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FBI Internet Crime Complaint Center, 2024 Internet Crime Report.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VALUE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improvement on today's process — with clear limits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7665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it improves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 REVIEW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MODEL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606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traffic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74920" y="2679192"/>
            <a:ext cx="146304" cy="146304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2596896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291840"/>
            <a:ext cx="6309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392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3924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review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74920" y="3465576"/>
            <a:ext cx="146304" cy="146304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74920" y="3383280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392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078224"/>
            <a:ext cx="6309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78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41788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analyst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74920" y="4251960"/>
            <a:ext cx="146304" cy="146304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74920" y="416966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41788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and rule-based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6309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65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49651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expertise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74920" y="5038344"/>
            <a:ext cx="146304" cy="146304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74920" y="4956048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4965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factors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98080" y="1508760"/>
            <a:ext cx="4114800" cy="4434840"/>
          </a:xfrm>
          <a:prstGeom prst="roundRect">
            <a:avLst>
              <a:gd name="adj" fmla="val 1778"/>
            </a:avLst>
          </a:prstGeom>
          <a:solidFill>
            <a:srgbClr val="0E1E3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7266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doesn't do (yet)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2295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Augments, not replaces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266090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still make the final call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upkeep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35478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refresh as threats change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0" y="41056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tamper-proof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4434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 attackers can probe it — keep layered defence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726680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8046720" y="4992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real-time yet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8046720" y="53218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line-rate scoring is future work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improvement on the status quo — not a silver bullet.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tested where it could go wrong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detection model is only trustworthy if its blind spots are known. We audited ours and acted on what we found.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532888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532888"/>
            <a:ext cx="457200" cy="457200"/>
          </a:xfrm>
          <a:prstGeom prst="ellipse">
            <a:avLst/>
          </a:prstGeom>
          <a:ln/>
        </p:spPr>
      </p:sp>
      <p:sp>
        <p:nvSpPr>
          <p:cNvPr id="9" name="Text 7"/>
          <p:cNvSpPr txBox="1"/>
          <p:nvPr/>
        </p:nvSpPr>
        <p:spPr>
          <a:xfrm>
            <a:off x="868680" y="2587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31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across attack types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31343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that the model detects every category of attack, not just the common ones.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23134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 (“Fuzzers”) was weaker; tuning raised its catch-rate from 82% to 94%.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904488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904488"/>
            <a:ext cx="457200" cy="457200"/>
          </a:xfrm>
          <a:prstGeom prst="ellipse">
            <a:avLst/>
          </a:prstGeom>
          <a:ln/>
        </p:spPr>
      </p:sp>
      <p:sp>
        <p:nvSpPr>
          <p:cNvPr id="16" name="Text 14"/>
          <p:cNvSpPr txBox="1"/>
          <p:nvPr/>
        </p:nvSpPr>
        <p:spPr>
          <a:xfrm>
            <a:off x="868680" y="3959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703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to evasion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68503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stress-tested the model against attackers deliberately disguising their traffic.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36850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dips under attack — so we recommend ongoing hardening in production.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276088"/>
            <a:ext cx="457200" cy="457200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276088"/>
            <a:ext cx="457200" cy="457200"/>
          </a:xfrm>
          <a:prstGeom prst="ellipse">
            <a:avLst/>
          </a:prstGeom>
          <a:ln/>
        </p:spPr>
      </p:sp>
      <p:sp>
        <p:nvSpPr>
          <p:cNvPr id="23" name="Text 21"/>
          <p:cNvSpPr txBox="1"/>
          <p:nvPr/>
        </p:nvSpPr>
        <p:spPr>
          <a:xfrm>
            <a:off x="868680" y="5330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5074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505663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result, including a fix that did not work, is documented in full.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505663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through a clear, evidence-based account of what works and what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proof-of-concept to production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00A9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model, full audit, and reproducible results — complete.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54680" y="2267712"/>
            <a:ext cx="13716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37560" y="20116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0E1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375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6974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6616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749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current tools on live traffic; measure real-world catch-rate.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0" y="2267712"/>
            <a:ext cx="13716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0116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0E1E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6974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508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retraining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749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drift as attacks evolve; refresh the model on a schedule.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732520" y="2267712"/>
            <a:ext cx="13716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15400" y="20116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0E1E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154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15400" y="26974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4400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3749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the security workflow with dashboards and alerting.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reflects how such a system typically matures from validation to full production use.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208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works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4414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reliably catches ~97% of attacks on a recognised industry benchmark.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947672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0208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explainable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414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can be traced to the factors behind it — no unexplained black box.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18795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61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gain time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68172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connections become a short, ranked list of what to review first.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076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187952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4261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are known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68172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risk and evolving threats are documented openly, not hidden.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00584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146304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2194560"/>
            <a:ext cx="201168" cy="201168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2834640"/>
            <a:ext cx="128016" cy="12801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3474720"/>
            <a:ext cx="201168" cy="201168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448056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0" y="512064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57784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28600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Effective, explainable, and honest about its limits.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868680" y="4114800"/>
            <a:ext cx="292608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attacks caught  •  clear ROI  •  a national cyber-resilience dividend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solid, well-understood foundation for strengthening cyber-defence — for one organisation and for the economy it operates in.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2026-09-04T12:24:35Z</dcterms:created>
  <dcterms:modified xsi:type="dcterms:W3CDTF">2026-09-04T12:24:35Z</dcterms:modified>
</cp:coreProperties>
</file>